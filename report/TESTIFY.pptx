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Prata"/>
      <p:regular r:id="rId201314"/>
    </p:embeddedFont>
    <p:embeddedFont>
      <p:font typeface="Raleway Bold"/>
      <p:regular r:id="rId201315"/>
    </p:embeddedFont>
    <p:embeddedFont>
      <p:font typeface="Raleway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.png"/><Relationship Id="rId12" Type="http://schemas.openxmlformats.org/officeDocument/2006/relationships/image" Target="../media/image-9-2.svg"/><Relationship Id="rId13" Type="http://schemas.openxmlformats.org/officeDocument/2006/relationships/image" Target="../media/image-9-1.png"/><Relationship Id="rId14" Type="http://schemas.openxmlformats.org/officeDocument/2006/relationships/image" Target="../media/image-9-2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5.png"/><Relationship Id="rId18" Type="http://schemas.openxmlformats.org/officeDocument/2006/relationships/image" Target="../media/image-9-16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A3B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1817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TESTIFY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1792287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Online Examination Platform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L.J. Institute of Computer Applications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· LJ University · MCA Semester-3 · Group No. 07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172023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Developed By: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Sheikh Aafridi A. · Gajjar Ayush R. · Dhaduk Sanket J.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Guide: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Prof. Gadhiya Aksha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4534595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233360" y="4819848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Platform: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Django · MySQL · HTML5 · CSS3 · JavaScript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Core Features: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MCQ Exams · CSV Enrollment · Auto Evaluation · Leaderboard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406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 Definition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659856"/>
            <a:ext cx="693551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Traditional Examination Challenges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032125"/>
            <a:ext cx="2231175" cy="18046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7928" y="3202384"/>
            <a:ext cx="181446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Manual Processes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07928" y="3559572"/>
            <a:ext cx="1814467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 creation, grading, and record keeping are done manually, making the process slow and difficult to manage.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3595" y="3032125"/>
            <a:ext cx="2231175" cy="18046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0048" y="3202384"/>
            <a:ext cx="181446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Evaluation Errors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260048" y="3559572"/>
            <a:ext cx="1814467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mistakes in checking answers and maintaining student records at scale.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65715" y="3032125"/>
            <a:ext cx="2231175" cy="18046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12168" y="3202384"/>
            <a:ext cx="181446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Enrollment Bottleneck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5612168" y="3795812"/>
            <a:ext cx="1814467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Adding large numbers of students individually is time-consuming and inefficient.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610" y="1543943"/>
            <a:ext cx="2851376" cy="28514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72226" y="4531420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Existing Platform Limitations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7972226" y="4888607"/>
            <a:ext cx="3564245" cy="1172964"/>
          </a:xfrm>
          <a:prstGeom prst="rect">
            <a:avLst/>
          </a:prstGeom>
          <a:noFill/>
          <a:ln/>
        </p:spPr>
        <p:txBody>
          <a:bodyPr wrap="square" lIns="0" tIns="60486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Complex interfaces  Google Forms, Moodle, Class Marker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Limited workflow customization for academic needs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features locked behind paid plans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A3B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83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1677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TESTIFY Solution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322884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single, purpose-built web platform that replaces manual examination workflows with smart automation.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2012255"/>
            <a:ext cx="6296860" cy="956171"/>
          </a:xfrm>
          <a:prstGeom prst="roundRect">
            <a:avLst>
              <a:gd name="adj" fmla="val 2669"/>
            </a:avLst>
          </a:prstGeom>
          <a:solidFill>
            <a:srgbClr val="3A3B3C"/>
          </a:solidFill>
          <a:ln/>
        </p:spPr>
      </p:sp>
      <p:sp>
        <p:nvSpPr>
          <p:cNvPr id="7" name="Text 4"/>
          <p:cNvSpPr/>
          <p:nvPr/>
        </p:nvSpPr>
        <p:spPr>
          <a:xfrm>
            <a:off x="831532" y="2182316"/>
            <a:ext cx="595674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Centralized Platform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1532" y="2539802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system for all examination activities  creation, delivery, and reporting.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3121521"/>
            <a:ext cx="6296860" cy="956171"/>
          </a:xfrm>
          <a:prstGeom prst="roundRect">
            <a:avLst>
              <a:gd name="adj" fmla="val 2669"/>
            </a:avLst>
          </a:prstGeom>
          <a:solidFill>
            <a:srgbClr val="3A3B3C"/>
          </a:solidFill>
          <a:ln/>
        </p:spPr>
      </p:sp>
      <p:sp>
        <p:nvSpPr>
          <p:cNvPr id="10" name="Text 7"/>
          <p:cNvSpPr/>
          <p:nvPr/>
        </p:nvSpPr>
        <p:spPr>
          <a:xfrm>
            <a:off x="831532" y="3291582"/>
            <a:ext cx="595674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Role-Based Access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31532" y="3649067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Admin, Teacher, Student, and User roles with tailored permissions.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4230787"/>
            <a:ext cx="6296860" cy="956171"/>
          </a:xfrm>
          <a:prstGeom prst="roundRect">
            <a:avLst>
              <a:gd name="adj" fmla="val 2669"/>
            </a:avLst>
          </a:prstGeom>
          <a:solidFill>
            <a:srgbClr val="3A3B3C"/>
          </a:solidFill>
          <a:ln/>
        </p:spPr>
      </p:sp>
      <p:sp>
        <p:nvSpPr>
          <p:cNvPr id="13" name="Text 10"/>
          <p:cNvSpPr/>
          <p:nvPr/>
        </p:nvSpPr>
        <p:spPr>
          <a:xfrm>
            <a:off x="831532" y="4400848"/>
            <a:ext cx="595674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CSV Enrollment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31532" y="4758333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Bulk student enrollment via simple CSV upload  no manual entry needed.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1475" y="5340052"/>
            <a:ext cx="6296860" cy="956171"/>
          </a:xfrm>
          <a:prstGeom prst="roundRect">
            <a:avLst>
              <a:gd name="adj" fmla="val 2669"/>
            </a:avLst>
          </a:prstGeom>
          <a:solidFill>
            <a:srgbClr val="3A3B3C"/>
          </a:solidFill>
          <a:ln/>
        </p:spPr>
      </p:sp>
      <p:sp>
        <p:nvSpPr>
          <p:cNvPr id="16" name="Text 13"/>
          <p:cNvSpPr/>
          <p:nvPr/>
        </p:nvSpPr>
        <p:spPr>
          <a:xfrm>
            <a:off x="831532" y="5510113"/>
            <a:ext cx="595674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Automated Evaluation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31532" y="5867598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Instant MCQ result generation with zero human intervention.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14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Objectives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80" y="2165846"/>
            <a:ext cx="3343191" cy="33432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25165" y="1740098"/>
            <a:ext cx="404009" cy="40401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4692533" y="1773783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199726" y="1801813"/>
            <a:ext cx="6336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Online Exams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199726" y="2252861"/>
            <a:ext cx="63367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MCQ-based timed examinations delivered entirely through the browser.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25165" y="2874070"/>
            <a:ext cx="404009" cy="40401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9" name="Text 6"/>
          <p:cNvSpPr/>
          <p:nvPr/>
        </p:nvSpPr>
        <p:spPr>
          <a:xfrm>
            <a:off x="4692533" y="290775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199726" y="2935784"/>
            <a:ext cx="6336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Management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199726" y="3386832"/>
            <a:ext cx="63367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login and role-based access for every participant.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25165" y="4008041"/>
            <a:ext cx="404009" cy="40401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3" name="Text 10"/>
          <p:cNvSpPr/>
          <p:nvPr/>
        </p:nvSpPr>
        <p:spPr>
          <a:xfrm>
            <a:off x="4692533" y="4041725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199726" y="4069755"/>
            <a:ext cx="6336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Student Enrollment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199726" y="4520803"/>
            <a:ext cx="63367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CSV upload and centralized enrollment management by teachers.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25165" y="5142012"/>
            <a:ext cx="404009" cy="40401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7" name="Text 14"/>
          <p:cNvSpPr/>
          <p:nvPr/>
        </p:nvSpPr>
        <p:spPr>
          <a:xfrm>
            <a:off x="4692533" y="5175696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199726" y="5203726"/>
            <a:ext cx="6336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Automated Results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5199726" y="5654774"/>
            <a:ext cx="633674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Instant evaluation, leaderboard updates, and record maintenance.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11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 Architecture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8431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Technology Stack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792214"/>
            <a:ext cx="5203794" cy="2631877"/>
          </a:xfrm>
          <a:prstGeom prst="roundRect">
            <a:avLst>
              <a:gd name="adj" fmla="val 1077"/>
            </a:avLst>
          </a:prstGeom>
          <a:solidFill>
            <a:srgbClr val="3A3B3C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792214"/>
            <a:ext cx="2601847" cy="1467148"/>
          </a:xfrm>
          <a:custGeom>
            <a:avLst/>
            <a:gdLst/>
            <a:ahLst/>
            <a:cxnLst/>
            <a:rect l="l" t="t" r="r" b="b"/>
            <a:pathLst>
              <a:path w="2601847" h="1467148">
                <a:moveTo>
                  <a:pt x="23627" y="0"/>
                </a:moveTo>
                <a:lnTo>
                  <a:pt x="2601847" y="0"/>
                </a:lnTo>
                <a:lnTo>
                  <a:pt x="2601847" y="1467148"/>
                </a:lnTo>
                <a:lnTo>
                  <a:pt x="0" y="1467148"/>
                </a:lnTo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3A3B3C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981226"/>
            <a:ext cx="22238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Frontend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3465513"/>
            <a:ext cx="22238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HTML5 · CSS3 · JavaScript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63322" y="2792214"/>
            <a:ext cx="2601947" cy="1467148"/>
          </a:xfrm>
          <a:custGeom>
            <a:avLst/>
            <a:gdLst/>
            <a:ahLst/>
            <a:cxnLst/>
            <a:rect l="l" t="t" r="r" b="b"/>
            <a:pathLst>
              <a:path w="2601947" h="1467148">
                <a:moveTo>
                  <a:pt x="0" y="0"/>
                </a:moveTo>
                <a:lnTo>
                  <a:pt x="2578319" y="0"/>
                </a:lnTo>
                <a:arcTo hR="23628" wR="23627" stAng="16200000" swAng="5400000"/>
                <a:lnTo>
                  <a:pt x="2601947" y="1467148"/>
                </a:lnTo>
                <a:lnTo>
                  <a:pt x="0" y="1467148"/>
                </a:lnTo>
                <a:lnTo>
                  <a:pt x="0" y="0"/>
                </a:lnTo>
                <a:close/>
              </a:path>
            </a:pathLst>
          </a:custGeom>
          <a:solidFill>
            <a:srgbClr val="3A3B3C"/>
          </a:solidFill>
          <a:ln/>
        </p:spPr>
      </p:sp>
      <p:sp>
        <p:nvSpPr>
          <p:cNvPr id="9" name="Shape 7"/>
          <p:cNvSpPr/>
          <p:nvPr/>
        </p:nvSpPr>
        <p:spPr>
          <a:xfrm>
            <a:off x="3263322" y="2792214"/>
            <a:ext cx="25399" cy="1467148"/>
          </a:xfrm>
          <a:prstGeom prst="roundRect">
            <a:avLst>
              <a:gd name="adj" fmla="val 50001"/>
            </a:avLst>
          </a:prstGeom>
          <a:solidFill>
            <a:srgbClr val="535455"/>
          </a:solidFill>
          <a:ln/>
        </p:spPr>
      </p:sp>
      <p:sp>
        <p:nvSpPr>
          <p:cNvPr id="10" name="Text 8"/>
          <p:cNvSpPr/>
          <p:nvPr/>
        </p:nvSpPr>
        <p:spPr>
          <a:xfrm>
            <a:off x="3452329" y="2981226"/>
            <a:ext cx="22239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Backend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3452329" y="3465513"/>
            <a:ext cx="22239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Django (Python)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259362"/>
            <a:ext cx="2601847" cy="1164729"/>
          </a:xfrm>
          <a:custGeom>
            <a:avLst/>
            <a:gdLst/>
            <a:ahLst/>
            <a:cxnLst/>
            <a:rect l="l" t="t" r="r" b="b"/>
            <a:pathLst>
              <a:path w="2601847" h="1164729">
                <a:moveTo>
                  <a:pt x="0" y="0"/>
                </a:moveTo>
                <a:lnTo>
                  <a:pt x="2601847" y="0"/>
                </a:lnTo>
                <a:lnTo>
                  <a:pt x="2601847" y="1164729"/>
                </a:lnTo>
                <a:lnTo>
                  <a:pt x="23627" y="1164729"/>
                </a:lnTo>
                <a:arcTo hR="23628" wR="23627" stAng="5400000" swAng="5400000"/>
                <a:lnTo>
                  <a:pt x="0" y="0"/>
                </a:lnTo>
                <a:close/>
              </a:path>
            </a:pathLst>
          </a:custGeom>
          <a:solidFill>
            <a:srgbClr val="3A3B3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4259362"/>
            <a:ext cx="2601847" cy="25400"/>
          </a:xfrm>
          <a:prstGeom prst="roundRect">
            <a:avLst>
              <a:gd name="adj" fmla="val 49999"/>
            </a:avLst>
          </a:prstGeom>
          <a:solidFill>
            <a:srgbClr val="535455"/>
          </a:solidFill>
          <a:ln/>
        </p:spPr>
      </p:sp>
      <p:sp>
        <p:nvSpPr>
          <p:cNvPr id="14" name="Text 12"/>
          <p:cNvSpPr/>
          <p:nvPr/>
        </p:nvSpPr>
        <p:spPr>
          <a:xfrm>
            <a:off x="850482" y="4448373"/>
            <a:ext cx="22238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50482" y="4932660"/>
            <a:ext cx="22238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MySQL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263322" y="4259362"/>
            <a:ext cx="2601947" cy="1164729"/>
          </a:xfrm>
          <a:custGeom>
            <a:avLst/>
            <a:gdLst/>
            <a:ahLst/>
            <a:cxnLst/>
            <a:rect l="l" t="t" r="r" b="b"/>
            <a:pathLst>
              <a:path w="2601947" h="1164729">
                <a:moveTo>
                  <a:pt x="0" y="0"/>
                </a:moveTo>
                <a:lnTo>
                  <a:pt x="2601947" y="0"/>
                </a:lnTo>
                <a:lnTo>
                  <a:pt x="2601947" y="1141101"/>
                </a:lnTo>
                <a:arcTo hR="23628" wR="23627" stAng="0" swAng="5400000"/>
                <a:lnTo>
                  <a:pt x="0" y="1164729"/>
                </a:lnTo>
                <a:lnTo>
                  <a:pt x="0" y="0"/>
                </a:lnTo>
                <a:close/>
              </a:path>
            </a:pathLst>
          </a:custGeom>
          <a:solidFill>
            <a:srgbClr val="3A3B3C"/>
          </a:solidFill>
          <a:ln/>
        </p:spPr>
      </p:sp>
      <p:sp>
        <p:nvSpPr>
          <p:cNvPr id="17" name="Shape 15"/>
          <p:cNvSpPr/>
          <p:nvPr/>
        </p:nvSpPr>
        <p:spPr>
          <a:xfrm>
            <a:off x="3263322" y="4259362"/>
            <a:ext cx="25399" cy="1164729"/>
          </a:xfrm>
          <a:prstGeom prst="roundRect">
            <a:avLst>
              <a:gd name="adj" fmla="val 50001"/>
            </a:avLst>
          </a:prstGeom>
          <a:solidFill>
            <a:srgbClr val="535455"/>
          </a:solidFill>
          <a:ln/>
        </p:spPr>
      </p:sp>
      <p:sp>
        <p:nvSpPr>
          <p:cNvPr id="18" name="Shape 16"/>
          <p:cNvSpPr/>
          <p:nvPr/>
        </p:nvSpPr>
        <p:spPr>
          <a:xfrm>
            <a:off x="3263322" y="4259362"/>
            <a:ext cx="2601947" cy="25400"/>
          </a:xfrm>
          <a:prstGeom prst="roundRect">
            <a:avLst>
              <a:gd name="adj" fmla="val 49999"/>
            </a:avLst>
          </a:prstGeom>
          <a:solidFill>
            <a:srgbClr val="535455"/>
          </a:solidFill>
          <a:ln/>
        </p:spPr>
      </p:sp>
      <p:sp>
        <p:nvSpPr>
          <p:cNvPr id="19" name="Text 17"/>
          <p:cNvSpPr/>
          <p:nvPr/>
        </p:nvSpPr>
        <p:spPr>
          <a:xfrm>
            <a:off x="3452329" y="4448373"/>
            <a:ext cx="22239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Platform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3452329" y="4932660"/>
            <a:ext cx="22239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 Browser</a:t>
            </a:r>
            <a:endParaRPr lang="en-US" sz="14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446139"/>
            <a:ext cx="5203794" cy="28397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94528" y="3585208"/>
            <a:ext cx="1076846" cy="281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TESTIFY PLATFORM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394528" y="3907018"/>
            <a:ext cx="1076846" cy="22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 hub for exam lifecycle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114978" y="3019536"/>
            <a:ext cx="1126932" cy="14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Exam Management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057379" y="3200476"/>
            <a:ext cx="1242130" cy="22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Schedule and configure exams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618984" y="4421976"/>
            <a:ext cx="1126932" cy="14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Question Bank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561385" y="4602916"/>
            <a:ext cx="1242130" cy="22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Curate and organize question sets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759225" y="2744057"/>
            <a:ext cx="1126932" cy="14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Management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701626" y="2924997"/>
            <a:ext cx="1242130" cy="22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user accounts and profiles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9964721" y="4647368"/>
            <a:ext cx="1126932" cy="14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Result Management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9907121" y="4828308"/>
            <a:ext cx="1242130" cy="22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 and publish exam results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93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Roles &amp; Access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28069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81909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090591"/>
            <a:ext cx="253993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Access public exams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Attempt MCQs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results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328069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681909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Student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090591"/>
            <a:ext cx="254003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Access assigned exams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Attempt MCQs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Submit answers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328069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681909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Teacher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090591"/>
            <a:ext cx="2540036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 classes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Upload CSV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 exams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questions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328069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681909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Admin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090591"/>
            <a:ext cx="2540036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users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exams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reports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 leaderboard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705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Workflow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487612"/>
            <a:ext cx="3519201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complete journey a registered user takes  from registration to reviewing their exam performance.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3481388"/>
            <a:ext cx="3519201" cy="1799828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Users access examinations made publicly available to them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Profile management and full exam history tracking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Leaderboard visibility for performance comparison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900" y="2605584"/>
            <a:ext cx="6565736" cy="2463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02931" y="4375887"/>
            <a:ext cx="990298" cy="3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Attempt Exam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54883" y="4471274"/>
            <a:ext cx="990298" cy="190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Enroll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13618" y="4471274"/>
            <a:ext cx="990298" cy="190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View Exams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72355" y="4471274"/>
            <a:ext cx="990298" cy="190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Login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03959" y="4471274"/>
            <a:ext cx="990298" cy="190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Register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33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Student Workflow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41822"/>
            <a:ext cx="1147833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simple exam-focused interface for students enrolled by teachers.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18370"/>
            <a:ext cx="744221" cy="8930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2870" y="1867198"/>
            <a:ext cx="38297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Login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522870" y="2216845"/>
            <a:ext cx="382974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student login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611438"/>
            <a:ext cx="744221" cy="8930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2870" y="2760266"/>
            <a:ext cx="38297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522870" y="3109913"/>
            <a:ext cx="382974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available exams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504505"/>
            <a:ext cx="744221" cy="8930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22870" y="3653334"/>
            <a:ext cx="38297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Attempt Exam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522870" y="4002980"/>
            <a:ext cx="382974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Answer MCQs with timer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397573"/>
            <a:ext cx="744221" cy="8930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22870" y="4546402"/>
            <a:ext cx="38297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Submit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522870" y="4896048"/>
            <a:ext cx="382974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 &amp; submit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5290641"/>
            <a:ext cx="744221" cy="8930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22870" y="5439470"/>
            <a:ext cx="38297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Logout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522870" y="5789116"/>
            <a:ext cx="382974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Exit the platform</a:t>
            </a:r>
            <a:endParaRPr lang="en-US" sz="11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507" y="1718370"/>
            <a:ext cx="4651457" cy="283735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15533" y="2273070"/>
            <a:ext cx="1060072" cy="141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Login</a:t>
            </a:r>
            <a:endParaRPr lang="en-US" sz="850" dirty="0"/>
          </a:p>
        </p:txBody>
      </p:sp>
      <p:sp>
        <p:nvSpPr>
          <p:cNvPr id="21" name="Text 13"/>
          <p:cNvSpPr/>
          <p:nvPr/>
        </p:nvSpPr>
        <p:spPr>
          <a:xfrm>
            <a:off x="7158046" y="3530941"/>
            <a:ext cx="1060072" cy="141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8061378" y="2408397"/>
            <a:ext cx="1094510" cy="141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Attempt Exam</a:t>
            </a:r>
            <a:endParaRPr lang="en-US" sz="850" dirty="0"/>
          </a:p>
        </p:txBody>
      </p:sp>
      <p:sp>
        <p:nvSpPr>
          <p:cNvPr id="23" name="Text 15"/>
          <p:cNvSpPr/>
          <p:nvPr/>
        </p:nvSpPr>
        <p:spPr>
          <a:xfrm>
            <a:off x="8796203" y="3859726"/>
            <a:ext cx="1060072" cy="141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Submit</a:t>
            </a:r>
            <a:endParaRPr lang="en-US" sz="850" dirty="0"/>
          </a:p>
        </p:txBody>
      </p:sp>
      <p:sp>
        <p:nvSpPr>
          <p:cNvPr id="24" name="Text 16"/>
          <p:cNvSpPr/>
          <p:nvPr/>
        </p:nvSpPr>
        <p:spPr>
          <a:xfrm>
            <a:off x="9737112" y="2703919"/>
            <a:ext cx="1060071" cy="141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Logout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261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Teacher &amp; Admin Modules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75978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Teacher Module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80592"/>
            <a:ext cx="2550949" cy="1222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7354" y="2060277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Class Management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17354" y="2447826"/>
            <a:ext cx="211539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 and manage classes.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8946" y="1880592"/>
            <a:ext cx="2550949" cy="1222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04825" y="2060277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Bulk Enrollment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3604825" y="2447826"/>
            <a:ext cx="211539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Upload student enrollment via CSV.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239492"/>
            <a:ext cx="2550949" cy="1222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7354" y="3419177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Exam Scheduling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17354" y="3806726"/>
            <a:ext cx="211539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 and schedule examinations.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8946" y="3239492"/>
            <a:ext cx="2550949" cy="12223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04825" y="3419177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Question Bank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3604825" y="3806726"/>
            <a:ext cx="211539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and organize MCQ questions.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598392"/>
            <a:ext cx="2550949" cy="14733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7354" y="4778077"/>
            <a:ext cx="2115390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Performance Analytics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917354" y="5416649"/>
            <a:ext cx="211539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results and analyze performance.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6298149" y="1475978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Admin Module</a:t>
            </a:r>
            <a:endParaRPr lang="en-US" sz="15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98149" y="1880592"/>
            <a:ext cx="2550949" cy="12223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54028" y="2060277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Management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554028" y="2447826"/>
            <a:ext cx="211539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all users and assign roles across the platform.</a:t>
            </a:r>
            <a:endParaRPr lang="en-US" sz="12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85621" y="1880592"/>
            <a:ext cx="2550949" cy="122237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41499" y="2060277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Content Control</a:t>
            </a:r>
            <a:endParaRPr lang="en-US" sz="1550" dirty="0"/>
          </a:p>
        </p:txBody>
      </p:sp>
      <p:sp>
        <p:nvSpPr>
          <p:cNvPr id="25" name="Text 16"/>
          <p:cNvSpPr/>
          <p:nvPr/>
        </p:nvSpPr>
        <p:spPr>
          <a:xfrm>
            <a:off x="9241499" y="2447826"/>
            <a:ext cx="211539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 exams, questions, and classes platform-wide.</a:t>
            </a:r>
            <a:endParaRPr lang="en-US" sz="12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98149" y="3239492"/>
            <a:ext cx="2550949" cy="146010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554028" y="3419177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Monitoring</a:t>
            </a:r>
            <a:endParaRPr lang="en-US" sz="1550" dirty="0"/>
          </a:p>
        </p:txBody>
      </p:sp>
      <p:sp>
        <p:nvSpPr>
          <p:cNvPr id="28" name="Text 18"/>
          <p:cNvSpPr/>
          <p:nvPr/>
        </p:nvSpPr>
        <p:spPr>
          <a:xfrm>
            <a:off x="6554028" y="3806726"/>
            <a:ext cx="211539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results, reports, and leaderboard at a glance.</a:t>
            </a:r>
            <a:endParaRPr lang="en-US" sz="12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85621" y="3239492"/>
            <a:ext cx="2550949" cy="1460103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241499" y="3419177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 Management</a:t>
            </a:r>
            <a:endParaRPr lang="en-US" sz="1550" dirty="0"/>
          </a:p>
        </p:txBody>
      </p:sp>
      <p:sp>
        <p:nvSpPr>
          <p:cNvPr id="31" name="Text 20"/>
          <p:cNvSpPr/>
          <p:nvPr/>
        </p:nvSpPr>
        <p:spPr>
          <a:xfrm>
            <a:off x="9241499" y="3806726"/>
            <a:ext cx="211539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Handle notifications and oversee all platform activities.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38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Online Examination Process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070" y="2457549"/>
            <a:ext cx="5888287" cy="2649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68075" y="2577155"/>
            <a:ext cx="1030427" cy="159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Login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068075" y="2781689"/>
            <a:ext cx="1030427" cy="235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 signs in and views exams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087179" y="4564457"/>
            <a:ext cx="1036089" cy="159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Enroll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087179" y="4768991"/>
            <a:ext cx="1036089" cy="235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Register and access the exam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094959" y="2557339"/>
            <a:ext cx="1030427" cy="159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MCQs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094959" y="2761873"/>
            <a:ext cx="1030427" cy="235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Questions display with live timer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14063" y="4564457"/>
            <a:ext cx="1030427" cy="159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Navigate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114063" y="4768991"/>
            <a:ext cx="1030427" cy="235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Answer, mark for review, and submit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87207" y="1365746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Examination Features</a:t>
            </a:r>
            <a:endParaRPr lang="en-US" sz="15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207" y="1798439"/>
            <a:ext cx="240996" cy="2410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64725" y="1805484"/>
            <a:ext cx="317174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Timer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8364725" y="2193032"/>
            <a:ext cx="3171746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 timer automatically tracks the remaining time.</a:t>
            </a:r>
            <a:endParaRPr lang="en-US" sz="12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7207" y="2969617"/>
            <a:ext cx="240996" cy="2410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4725" y="2976662"/>
            <a:ext cx="317174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Question Navigation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64725" y="3364210"/>
            <a:ext cx="3171746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Jump between questions freely and track answered status.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7207" y="4140795"/>
            <a:ext cx="240996" cy="2410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64725" y="4147840"/>
            <a:ext cx="317174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Mark for Review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364725" y="4535388"/>
            <a:ext cx="3171746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 unsure questions and review them before submitting.</a:t>
            </a:r>
            <a:endParaRPr lang="en-US" sz="12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7207" y="5311973"/>
            <a:ext cx="240996" cy="2410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64725" y="5319018"/>
            <a:ext cx="317174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 Evaluation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8364725" y="5706566"/>
            <a:ext cx="3171746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Instant MCQ scoring with zero manual effort required.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A3B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TESTIFY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A modern, role-based online examination platform built to simplify exam management for institutions of all sizes.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2026-08-20T16:58:33Z</dcterms:created>
  <dcterms:modified xsi:type="dcterms:W3CDTF">2026-08-20T16:58:33Z</dcterms:modified>
</cp:coreProperties>
</file>